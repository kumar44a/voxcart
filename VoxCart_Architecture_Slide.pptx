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4031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2A6C"/>
                </a:solidFill>
              </a:rPr>
              <a:t>VoxCart — 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072"/>
            <a:ext cx="12188952" cy="6281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