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bookmarkIdSeed="2">
  <p:sldMasterIdLst>
    <p:sldMasterId id="2147483660" r:id="rId1"/>
  </p:sldMasterIdLst>
  <p:notesMasterIdLst>
    <p:notesMasterId r:id="rId10"/>
  </p:notesMasterIdLst>
  <p:sldIdLst>
    <p:sldId id="256" r:id="rId2"/>
    <p:sldId id="714" r:id="rId3"/>
    <p:sldId id="674" r:id="rId4"/>
    <p:sldId id="713" r:id="rId5"/>
    <p:sldId id="712" r:id="rId6"/>
    <p:sldId id="676" r:id="rId7"/>
    <p:sldId id="711" r:id="rId8"/>
    <p:sldId id="303"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33F50"/>
    <a:srgbClr val="8497B0"/>
    <a:srgbClr val="8FAADC"/>
    <a:srgbClr val="2F5597"/>
    <a:srgbClr val="626CC7"/>
    <a:srgbClr val="323B8D"/>
    <a:srgbClr val="21275D"/>
    <a:srgbClr val="161A3E"/>
    <a:srgbClr val="203864"/>
    <a:srgbClr val="8BBC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CCA8346-09F0-4301-B585-28E9403048AB}" v="218" dt="2023-11-21T11:40:02.76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371" autoAdjust="0"/>
    <p:restoredTop sz="93447" autoAdjust="0"/>
  </p:normalViewPr>
  <p:slideViewPr>
    <p:cSldViewPr snapToGrid="0">
      <p:cViewPr varScale="1">
        <p:scale>
          <a:sx n="104" d="100"/>
          <a:sy n="104" d="100"/>
        </p:scale>
        <p:origin x="192" y="51"/>
      </p:cViewPr>
      <p:guideLst/>
    </p:cSldViewPr>
  </p:slideViewPr>
  <p:notesTextViewPr>
    <p:cViewPr>
      <p:scale>
        <a:sx n="75" d="100"/>
        <a:sy n="75" d="100"/>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5" Type="http://schemas.microsoft.com/office/2015/10/relationships/revisionInfo" Target="revisionInfo.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20077D8-B575-4753-B8FD-F5736649C91E}" type="datetimeFigureOut">
              <a:rPr lang="en-IN" smtClean="0"/>
              <a:t>16-05-2026</a:t>
            </a:fld>
            <a:endParaRPr lang="en-IN"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7FFB008-8E38-46F5-BCB9-8CFEF233CF3A}" type="slidenum">
              <a:rPr lang="en-IN" smtClean="0"/>
              <a:t>‹#›</a:t>
            </a:fld>
            <a:endParaRPr lang="en-IN" dirty="0"/>
          </a:p>
        </p:txBody>
      </p:sp>
    </p:spTree>
    <p:extLst>
      <p:ext uri="{BB962C8B-B14F-4D97-AF65-F5344CB8AC3E}">
        <p14:creationId xmlns:p14="http://schemas.microsoft.com/office/powerpoint/2010/main" val="40341884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47FFB008-8E38-46F5-BCB9-8CFEF233CF3A}" type="slidenum">
              <a:rPr lang="en-IN" smtClean="0"/>
              <a:t>6</a:t>
            </a:fld>
            <a:endParaRPr lang="en-IN" dirty="0"/>
          </a:p>
        </p:txBody>
      </p:sp>
    </p:spTree>
    <p:extLst>
      <p:ext uri="{BB962C8B-B14F-4D97-AF65-F5344CB8AC3E}">
        <p14:creationId xmlns:p14="http://schemas.microsoft.com/office/powerpoint/2010/main" val="1797883682"/>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grpSp>
        <p:nvGrpSpPr>
          <p:cNvPr id="21" name="Group 20">
            <a:extLst>
              <a:ext uri="{FF2B5EF4-FFF2-40B4-BE49-F238E27FC236}">
                <a16:creationId xmlns:a16="http://schemas.microsoft.com/office/drawing/2014/main" id="{1D4C31DA-14CA-CFBA-5089-9BCD0585380D}"/>
              </a:ext>
            </a:extLst>
          </p:cNvPr>
          <p:cNvGrpSpPr/>
          <p:nvPr userDrawn="1"/>
        </p:nvGrpSpPr>
        <p:grpSpPr>
          <a:xfrm>
            <a:off x="-21770" y="0"/>
            <a:ext cx="12213771" cy="6858000"/>
            <a:chOff x="-21770" y="0"/>
            <a:chExt cx="12213771" cy="6858000"/>
          </a:xfrm>
        </p:grpSpPr>
        <p:pic>
          <p:nvPicPr>
            <p:cNvPr id="6" name="Picture 5" descr="Tech Background&quot; Images – Browse 8,227 Stock Photos, Vectors, and Video |  Adobe Stock">
              <a:extLst>
                <a:ext uri="{FF2B5EF4-FFF2-40B4-BE49-F238E27FC236}">
                  <a16:creationId xmlns:a16="http://schemas.microsoft.com/office/drawing/2014/main" id="{912EDB8F-0820-57F6-5CDA-EEB6AC9EF357}"/>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l="2352" t="2332" r="1954" b="1250"/>
            <a:stretch>
              <a:fillRect/>
            </a:stretch>
          </p:blipFill>
          <p:spPr bwMode="auto">
            <a:xfrm>
              <a:off x="-21770" y="0"/>
              <a:ext cx="12213771" cy="6858000"/>
            </a:xfrm>
            <a:custGeom>
              <a:avLst/>
              <a:gdLst>
                <a:gd name="connsiteX0" fmla="*/ 0 w 12213771"/>
                <a:gd name="connsiteY0" fmla="*/ 0 h 6858000"/>
                <a:gd name="connsiteX1" fmla="*/ 12213771 w 12213771"/>
                <a:gd name="connsiteY1" fmla="*/ 0 h 6858000"/>
                <a:gd name="connsiteX2" fmla="*/ 12213771 w 12213771"/>
                <a:gd name="connsiteY2" fmla="*/ 6858000 h 6858000"/>
                <a:gd name="connsiteX3" fmla="*/ 0 w 1221377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213771" h="6858000">
                  <a:moveTo>
                    <a:pt x="0" y="0"/>
                  </a:moveTo>
                  <a:lnTo>
                    <a:pt x="12213771" y="0"/>
                  </a:lnTo>
                  <a:lnTo>
                    <a:pt x="12213771" y="6858000"/>
                  </a:lnTo>
                  <a:lnTo>
                    <a:pt x="0" y="6858000"/>
                  </a:lnTo>
                  <a:close/>
                </a:path>
              </a:pathLst>
            </a:custGeom>
            <a:noFill/>
            <a:extLst>
              <a:ext uri="{909E8E84-426E-40DD-AFC4-6F175D3DCCD1}">
                <a14:hiddenFill xmlns:a14="http://schemas.microsoft.com/office/drawing/2010/main">
                  <a:solidFill>
                    <a:srgbClr val="FFFFFF"/>
                  </a:solidFill>
                </a14:hiddenFill>
              </a:ext>
            </a:extLst>
          </p:spPr>
        </p:pic>
        <p:pic>
          <p:nvPicPr>
            <p:cNvPr id="18" name="Picture 17">
              <a:extLst>
                <a:ext uri="{FF2B5EF4-FFF2-40B4-BE49-F238E27FC236}">
                  <a16:creationId xmlns:a16="http://schemas.microsoft.com/office/drawing/2014/main" id="{97530BAD-0593-FBF1-1D42-9B727191475D}"/>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017794" y="913775"/>
              <a:ext cx="5159490" cy="1423752"/>
            </a:xfrm>
            <a:prstGeom prst="rect">
              <a:avLst/>
            </a:prstGeom>
          </p:spPr>
        </p:pic>
      </p:grpSp>
    </p:spTree>
    <p:extLst>
      <p:ext uri="{BB962C8B-B14F-4D97-AF65-F5344CB8AC3E}">
        <p14:creationId xmlns:p14="http://schemas.microsoft.com/office/powerpoint/2010/main" val="13311268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78884" y="603666"/>
            <a:ext cx="10834234" cy="612775"/>
          </a:xfrm>
        </p:spPr>
        <p:txBody>
          <a:bodyPr/>
          <a:lstStyle/>
          <a:p>
            <a:r>
              <a:rPr lang="en-US" dirty="0"/>
              <a:t>Click to edit Master title style</a:t>
            </a:r>
          </a:p>
        </p:txBody>
      </p:sp>
      <p:sp>
        <p:nvSpPr>
          <p:cNvPr id="3" name="Content Placeholder 2"/>
          <p:cNvSpPr>
            <a:spLocks noGrp="1"/>
          </p:cNvSpPr>
          <p:nvPr>
            <p:ph idx="1"/>
          </p:nvPr>
        </p:nvSpPr>
        <p:spPr>
          <a:xfrm>
            <a:off x="678884" y="1675075"/>
            <a:ext cx="10834234" cy="4398066"/>
          </a:xfrm>
          <a:prstGeom prst="rect">
            <a:avLst/>
          </a:prstGeom>
        </p:spPr>
        <p:txBody>
          <a:bodyPr/>
          <a:lstStyle>
            <a:lvl1pPr>
              <a:defRPr>
                <a:solidFill>
                  <a:schemeClr val="bg2">
                    <a:lumMod val="10000"/>
                  </a:schemeClr>
                </a:solidFill>
              </a:defRPr>
            </a:lvl1pPr>
            <a:lvl2pPr>
              <a:defRPr>
                <a:solidFill>
                  <a:schemeClr val="bg2">
                    <a:lumMod val="10000"/>
                  </a:schemeClr>
                </a:solidFill>
              </a:defRPr>
            </a:lvl2pPr>
            <a:lvl3pPr>
              <a:defRPr>
                <a:solidFill>
                  <a:schemeClr val="bg2">
                    <a:lumMod val="10000"/>
                  </a:schemeClr>
                </a:solidFill>
              </a:defRPr>
            </a:lvl3pPr>
            <a:lvl4pPr>
              <a:defRPr>
                <a:solidFill>
                  <a:schemeClr val="bg2">
                    <a:lumMod val="10000"/>
                  </a:schemeClr>
                </a:solidFill>
              </a:defRPr>
            </a:lvl4pPr>
            <a:lvl5pPr>
              <a:defRPr>
                <a:solidFill>
                  <a:schemeClr val="bg2">
                    <a:lumMod val="10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4126523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One Third">
    <p:spTree>
      <p:nvGrpSpPr>
        <p:cNvPr id="1" name=""/>
        <p:cNvGrpSpPr/>
        <p:nvPr/>
      </p:nvGrpSpPr>
      <p:grpSpPr>
        <a:xfrm>
          <a:off x="0" y="0"/>
          <a:ext cx="0" cy="0"/>
          <a:chOff x="0" y="0"/>
          <a:chExt cx="0" cy="0"/>
        </a:xfrm>
      </p:grpSpPr>
      <p:sp>
        <p:nvSpPr>
          <p:cNvPr id="3" name="Content Placeholder 2"/>
          <p:cNvSpPr>
            <a:spLocks noGrp="1"/>
          </p:cNvSpPr>
          <p:nvPr>
            <p:ph idx="1"/>
          </p:nvPr>
        </p:nvSpPr>
        <p:spPr>
          <a:xfrm>
            <a:off x="4455269" y="603666"/>
            <a:ext cx="7057847" cy="5454235"/>
          </a:xfrm>
          <a:prstGeom prst="rect">
            <a:avLst/>
          </a:prstGeom>
        </p:spPr>
        <p:txBody>
          <a:bodyPr/>
          <a:lstStyle>
            <a:lvl1pPr>
              <a:defRPr>
                <a:solidFill>
                  <a:schemeClr val="bg2">
                    <a:lumMod val="10000"/>
                  </a:schemeClr>
                </a:solidFill>
              </a:defRPr>
            </a:lvl1pPr>
            <a:lvl2pPr>
              <a:defRPr>
                <a:solidFill>
                  <a:schemeClr val="bg2">
                    <a:lumMod val="10000"/>
                  </a:schemeClr>
                </a:solidFill>
              </a:defRPr>
            </a:lvl2pPr>
            <a:lvl3pPr>
              <a:defRPr>
                <a:solidFill>
                  <a:schemeClr val="bg2">
                    <a:lumMod val="10000"/>
                  </a:schemeClr>
                </a:solidFill>
              </a:defRPr>
            </a:lvl3pPr>
            <a:lvl4pPr>
              <a:defRPr>
                <a:solidFill>
                  <a:schemeClr val="bg2">
                    <a:lumMod val="10000"/>
                  </a:schemeClr>
                </a:solidFill>
              </a:defRPr>
            </a:lvl4pPr>
            <a:lvl5pPr>
              <a:defRPr>
                <a:solidFill>
                  <a:schemeClr val="bg2">
                    <a:lumMod val="10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Rectangle 5">
            <a:extLst>
              <a:ext uri="{FF2B5EF4-FFF2-40B4-BE49-F238E27FC236}">
                <a16:creationId xmlns:a16="http://schemas.microsoft.com/office/drawing/2014/main" id="{360409B4-C617-2A18-6BFD-309E9F59F1A6}"/>
              </a:ext>
            </a:extLst>
          </p:cNvPr>
          <p:cNvSpPr/>
          <p:nvPr userDrawn="1"/>
        </p:nvSpPr>
        <p:spPr>
          <a:xfrm>
            <a:off x="1" y="0"/>
            <a:ext cx="4114800" cy="6858000"/>
          </a:xfrm>
          <a:prstGeom prst="rect">
            <a:avLst/>
          </a:prstGeom>
          <a:solidFill>
            <a:srgbClr val="1D1B58"/>
          </a:solidFill>
          <a:ln>
            <a:solidFill>
              <a:srgbClr val="1D1B5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800" dirty="0"/>
          </a:p>
        </p:txBody>
      </p:sp>
      <p:sp>
        <p:nvSpPr>
          <p:cNvPr id="2" name="Title 1"/>
          <p:cNvSpPr>
            <a:spLocks noGrp="1"/>
          </p:cNvSpPr>
          <p:nvPr>
            <p:ph type="title"/>
          </p:nvPr>
        </p:nvSpPr>
        <p:spPr>
          <a:xfrm>
            <a:off x="838202" y="2049670"/>
            <a:ext cx="2743200" cy="2562226"/>
          </a:xfrm>
        </p:spPr>
        <p:txBody>
          <a:bodyPr/>
          <a:lstStyle>
            <a:lvl1pPr>
              <a:defRPr>
                <a:solidFill>
                  <a:schemeClr val="bg1"/>
                </a:solidFill>
              </a:defRPr>
            </a:lvl1pPr>
          </a:lstStyle>
          <a:p>
            <a:r>
              <a:rPr lang="en-US" dirty="0"/>
              <a:t>Click to edit Master title style</a:t>
            </a:r>
          </a:p>
        </p:txBody>
      </p:sp>
    </p:spTree>
    <p:extLst>
      <p:ext uri="{BB962C8B-B14F-4D97-AF65-F5344CB8AC3E}">
        <p14:creationId xmlns:p14="http://schemas.microsoft.com/office/powerpoint/2010/main" val="13612385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One Third">
    <p:spTree>
      <p:nvGrpSpPr>
        <p:cNvPr id="1" name=""/>
        <p:cNvGrpSpPr/>
        <p:nvPr/>
      </p:nvGrpSpPr>
      <p:grpSpPr>
        <a:xfrm>
          <a:off x="0" y="0"/>
          <a:ext cx="0" cy="0"/>
          <a:chOff x="0" y="0"/>
          <a:chExt cx="0" cy="0"/>
        </a:xfrm>
      </p:grpSpPr>
      <p:sp>
        <p:nvSpPr>
          <p:cNvPr id="2" name="Title 1"/>
          <p:cNvSpPr>
            <a:spLocks noGrp="1"/>
          </p:cNvSpPr>
          <p:nvPr>
            <p:ph type="title"/>
          </p:nvPr>
        </p:nvSpPr>
        <p:spPr>
          <a:xfrm>
            <a:off x="678882" y="603666"/>
            <a:ext cx="7055274" cy="612775"/>
          </a:xfrm>
        </p:spPr>
        <p:txBody>
          <a:bodyPr/>
          <a:lstStyle/>
          <a:p>
            <a:r>
              <a:rPr lang="en-US" dirty="0"/>
              <a:t>Click to edit Master title style</a:t>
            </a:r>
          </a:p>
        </p:txBody>
      </p:sp>
      <p:sp>
        <p:nvSpPr>
          <p:cNvPr id="3" name="Content Placeholder 2"/>
          <p:cNvSpPr>
            <a:spLocks noGrp="1"/>
          </p:cNvSpPr>
          <p:nvPr>
            <p:ph idx="1"/>
          </p:nvPr>
        </p:nvSpPr>
        <p:spPr>
          <a:xfrm>
            <a:off x="678882" y="1659835"/>
            <a:ext cx="7055274" cy="4398066"/>
          </a:xfrm>
          <a:prstGeom prst="rect">
            <a:avLst/>
          </a:prstGeom>
        </p:spPr>
        <p:txBody>
          <a:bodyPr/>
          <a:lstStyle>
            <a:lvl1pPr>
              <a:defRPr>
                <a:solidFill>
                  <a:schemeClr val="bg2">
                    <a:lumMod val="10000"/>
                  </a:schemeClr>
                </a:solidFill>
              </a:defRPr>
            </a:lvl1pPr>
            <a:lvl2pPr>
              <a:defRPr>
                <a:solidFill>
                  <a:schemeClr val="bg2">
                    <a:lumMod val="10000"/>
                  </a:schemeClr>
                </a:solidFill>
              </a:defRPr>
            </a:lvl2pPr>
            <a:lvl3pPr>
              <a:defRPr>
                <a:solidFill>
                  <a:schemeClr val="bg2">
                    <a:lumMod val="10000"/>
                  </a:schemeClr>
                </a:solidFill>
              </a:defRPr>
            </a:lvl3pPr>
            <a:lvl4pPr>
              <a:defRPr>
                <a:solidFill>
                  <a:schemeClr val="bg2">
                    <a:lumMod val="10000"/>
                  </a:schemeClr>
                </a:solidFill>
              </a:defRPr>
            </a:lvl4pPr>
            <a:lvl5pPr>
              <a:defRPr>
                <a:solidFill>
                  <a:schemeClr val="bg2">
                    <a:lumMod val="10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Rectangle 5">
            <a:extLst>
              <a:ext uri="{FF2B5EF4-FFF2-40B4-BE49-F238E27FC236}">
                <a16:creationId xmlns:a16="http://schemas.microsoft.com/office/drawing/2014/main" id="{360409B4-C617-2A18-6BFD-309E9F59F1A6}"/>
              </a:ext>
            </a:extLst>
          </p:cNvPr>
          <p:cNvSpPr/>
          <p:nvPr userDrawn="1"/>
        </p:nvSpPr>
        <p:spPr>
          <a:xfrm>
            <a:off x="8077201" y="0"/>
            <a:ext cx="4114800" cy="6858000"/>
          </a:xfrm>
          <a:prstGeom prst="rect">
            <a:avLst/>
          </a:prstGeom>
          <a:solidFill>
            <a:srgbClr val="1D1B58"/>
          </a:solidFill>
          <a:ln>
            <a:solidFill>
              <a:srgbClr val="1D1B5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800" dirty="0"/>
          </a:p>
        </p:txBody>
      </p:sp>
      <p:pic>
        <p:nvPicPr>
          <p:cNvPr id="7" name="Picture 6">
            <a:extLst>
              <a:ext uri="{FF2B5EF4-FFF2-40B4-BE49-F238E27FC236}">
                <a16:creationId xmlns:a16="http://schemas.microsoft.com/office/drawing/2014/main" id="{F13DF77B-C435-B418-C899-54652105D045}"/>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507412" y="6119532"/>
            <a:ext cx="1958148" cy="540347"/>
          </a:xfrm>
          <a:prstGeom prst="rect">
            <a:avLst/>
          </a:prstGeom>
        </p:spPr>
      </p:pic>
    </p:spTree>
    <p:extLst>
      <p:ext uri="{BB962C8B-B14F-4D97-AF65-F5344CB8AC3E}">
        <p14:creationId xmlns:p14="http://schemas.microsoft.com/office/powerpoint/2010/main" val="40135611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Half &amp; Half">
    <p:spTree>
      <p:nvGrpSpPr>
        <p:cNvPr id="1" name=""/>
        <p:cNvGrpSpPr/>
        <p:nvPr/>
      </p:nvGrpSpPr>
      <p:grpSpPr>
        <a:xfrm>
          <a:off x="0" y="0"/>
          <a:ext cx="0" cy="0"/>
          <a:chOff x="0" y="0"/>
          <a:chExt cx="0" cy="0"/>
        </a:xfrm>
      </p:grpSpPr>
      <p:sp>
        <p:nvSpPr>
          <p:cNvPr id="2" name="Title 1"/>
          <p:cNvSpPr>
            <a:spLocks noGrp="1"/>
          </p:cNvSpPr>
          <p:nvPr>
            <p:ph type="title"/>
          </p:nvPr>
        </p:nvSpPr>
        <p:spPr>
          <a:xfrm>
            <a:off x="678881" y="603665"/>
            <a:ext cx="5107239" cy="612775"/>
          </a:xfrm>
        </p:spPr>
        <p:txBody>
          <a:bodyPr/>
          <a:lstStyle/>
          <a:p>
            <a:r>
              <a:rPr lang="en-US" dirty="0"/>
              <a:t>Click to edit Master title style</a:t>
            </a:r>
          </a:p>
        </p:txBody>
      </p:sp>
      <p:sp>
        <p:nvSpPr>
          <p:cNvPr id="3" name="Content Placeholder 2"/>
          <p:cNvSpPr>
            <a:spLocks noGrp="1"/>
          </p:cNvSpPr>
          <p:nvPr>
            <p:ph idx="1"/>
          </p:nvPr>
        </p:nvSpPr>
        <p:spPr>
          <a:xfrm>
            <a:off x="678881" y="1659836"/>
            <a:ext cx="5107239" cy="4398066"/>
          </a:xfrm>
          <a:prstGeom prst="rect">
            <a:avLst/>
          </a:prstGeom>
        </p:spPr>
        <p:txBody>
          <a:bodyPr/>
          <a:lstStyle>
            <a:lvl1pPr>
              <a:defRPr>
                <a:solidFill>
                  <a:schemeClr val="bg2">
                    <a:lumMod val="10000"/>
                  </a:schemeClr>
                </a:solidFill>
              </a:defRPr>
            </a:lvl1pPr>
            <a:lvl2pPr>
              <a:defRPr>
                <a:solidFill>
                  <a:schemeClr val="bg2">
                    <a:lumMod val="10000"/>
                  </a:schemeClr>
                </a:solidFill>
              </a:defRPr>
            </a:lvl2pPr>
            <a:lvl3pPr>
              <a:defRPr>
                <a:solidFill>
                  <a:schemeClr val="bg2">
                    <a:lumMod val="10000"/>
                  </a:schemeClr>
                </a:solidFill>
              </a:defRPr>
            </a:lvl3pPr>
            <a:lvl4pPr>
              <a:defRPr>
                <a:solidFill>
                  <a:schemeClr val="bg2">
                    <a:lumMod val="10000"/>
                  </a:schemeClr>
                </a:solidFill>
              </a:defRPr>
            </a:lvl4pPr>
            <a:lvl5pPr>
              <a:defRPr>
                <a:solidFill>
                  <a:schemeClr val="bg2">
                    <a:lumMod val="10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Rectangle 5">
            <a:extLst>
              <a:ext uri="{FF2B5EF4-FFF2-40B4-BE49-F238E27FC236}">
                <a16:creationId xmlns:a16="http://schemas.microsoft.com/office/drawing/2014/main" id="{360409B4-C617-2A18-6BFD-309E9F59F1A6}"/>
              </a:ext>
            </a:extLst>
          </p:cNvPr>
          <p:cNvSpPr/>
          <p:nvPr userDrawn="1"/>
        </p:nvSpPr>
        <p:spPr>
          <a:xfrm>
            <a:off x="6096000" y="0"/>
            <a:ext cx="6096000" cy="6858000"/>
          </a:xfrm>
          <a:prstGeom prst="rect">
            <a:avLst/>
          </a:prstGeom>
          <a:solidFill>
            <a:srgbClr val="1D1B58"/>
          </a:solidFill>
          <a:ln>
            <a:solidFill>
              <a:srgbClr val="1D1B5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800" dirty="0"/>
          </a:p>
        </p:txBody>
      </p:sp>
      <p:pic>
        <p:nvPicPr>
          <p:cNvPr id="4" name="Picture 3">
            <a:extLst>
              <a:ext uri="{FF2B5EF4-FFF2-40B4-BE49-F238E27FC236}">
                <a16:creationId xmlns:a16="http://schemas.microsoft.com/office/drawing/2014/main" id="{4258C05D-B60D-14D1-7105-F6719232542F}"/>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507412" y="6119532"/>
            <a:ext cx="1958148" cy="540347"/>
          </a:xfrm>
          <a:prstGeom prst="rect">
            <a:avLst/>
          </a:prstGeom>
        </p:spPr>
      </p:pic>
    </p:spTree>
    <p:extLst>
      <p:ext uri="{BB962C8B-B14F-4D97-AF65-F5344CB8AC3E}">
        <p14:creationId xmlns:p14="http://schemas.microsoft.com/office/powerpoint/2010/main" val="11852858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One Third Flow Errow">
    <p:spTree>
      <p:nvGrpSpPr>
        <p:cNvPr id="1" name=""/>
        <p:cNvGrpSpPr/>
        <p:nvPr/>
      </p:nvGrpSpPr>
      <p:grpSpPr>
        <a:xfrm>
          <a:off x="0" y="0"/>
          <a:ext cx="0" cy="0"/>
          <a:chOff x="0" y="0"/>
          <a:chExt cx="0" cy="0"/>
        </a:xfrm>
      </p:grpSpPr>
      <p:sp>
        <p:nvSpPr>
          <p:cNvPr id="2" name="Title 1"/>
          <p:cNvSpPr>
            <a:spLocks noGrp="1"/>
          </p:cNvSpPr>
          <p:nvPr>
            <p:ph type="title"/>
          </p:nvPr>
        </p:nvSpPr>
        <p:spPr>
          <a:xfrm>
            <a:off x="4455269" y="603666"/>
            <a:ext cx="7057847" cy="612775"/>
          </a:xfrm>
        </p:spPr>
        <p:txBody>
          <a:bodyPr/>
          <a:lstStyle/>
          <a:p>
            <a:r>
              <a:rPr lang="en-US" dirty="0"/>
              <a:t>Click to edit Master title style</a:t>
            </a:r>
          </a:p>
        </p:txBody>
      </p:sp>
      <p:sp>
        <p:nvSpPr>
          <p:cNvPr id="3" name="Content Placeholder 2"/>
          <p:cNvSpPr>
            <a:spLocks noGrp="1"/>
          </p:cNvSpPr>
          <p:nvPr>
            <p:ph idx="1"/>
          </p:nvPr>
        </p:nvSpPr>
        <p:spPr>
          <a:xfrm>
            <a:off x="4455269" y="1659835"/>
            <a:ext cx="7057847" cy="4398066"/>
          </a:xfrm>
          <a:prstGeom prst="rect">
            <a:avLst/>
          </a:prstGeom>
        </p:spPr>
        <p:txBody>
          <a:bodyPr/>
          <a:lstStyle>
            <a:lvl1pPr>
              <a:defRPr>
                <a:solidFill>
                  <a:schemeClr val="bg2">
                    <a:lumMod val="10000"/>
                  </a:schemeClr>
                </a:solidFill>
              </a:defRPr>
            </a:lvl1pPr>
            <a:lvl2pPr>
              <a:defRPr>
                <a:solidFill>
                  <a:schemeClr val="bg2">
                    <a:lumMod val="10000"/>
                  </a:schemeClr>
                </a:solidFill>
              </a:defRPr>
            </a:lvl2pPr>
            <a:lvl3pPr>
              <a:defRPr>
                <a:solidFill>
                  <a:schemeClr val="bg2">
                    <a:lumMod val="10000"/>
                  </a:schemeClr>
                </a:solidFill>
              </a:defRPr>
            </a:lvl3pPr>
            <a:lvl4pPr>
              <a:defRPr>
                <a:solidFill>
                  <a:schemeClr val="bg2">
                    <a:lumMod val="10000"/>
                  </a:schemeClr>
                </a:solidFill>
              </a:defRPr>
            </a:lvl4pPr>
            <a:lvl5pPr>
              <a:defRPr>
                <a:solidFill>
                  <a:schemeClr val="bg2">
                    <a:lumMod val="10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Arrow: Pentagon 5">
            <a:extLst>
              <a:ext uri="{FF2B5EF4-FFF2-40B4-BE49-F238E27FC236}">
                <a16:creationId xmlns:a16="http://schemas.microsoft.com/office/drawing/2014/main" id="{360409B4-C617-2A18-6BFD-309E9F59F1A6}"/>
              </a:ext>
            </a:extLst>
          </p:cNvPr>
          <p:cNvSpPr/>
          <p:nvPr userDrawn="1"/>
        </p:nvSpPr>
        <p:spPr>
          <a:xfrm>
            <a:off x="1" y="0"/>
            <a:ext cx="4114800" cy="6858000"/>
          </a:xfrm>
          <a:prstGeom prst="homePlate">
            <a:avLst>
              <a:gd name="adj" fmla="val 16049"/>
            </a:avLst>
          </a:prstGeom>
          <a:solidFill>
            <a:srgbClr val="1D1B58"/>
          </a:solidFill>
          <a:ln>
            <a:solidFill>
              <a:srgbClr val="1D1B5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800" dirty="0"/>
          </a:p>
        </p:txBody>
      </p:sp>
      <p:sp>
        <p:nvSpPr>
          <p:cNvPr id="8" name="Title 1">
            <a:extLst>
              <a:ext uri="{FF2B5EF4-FFF2-40B4-BE49-F238E27FC236}">
                <a16:creationId xmlns:a16="http://schemas.microsoft.com/office/drawing/2014/main" id="{F19F22F4-4B18-0516-26F1-498BF7EBEAB2}"/>
              </a:ext>
            </a:extLst>
          </p:cNvPr>
          <p:cNvSpPr txBox="1">
            <a:spLocks/>
          </p:cNvSpPr>
          <p:nvPr userDrawn="1"/>
        </p:nvSpPr>
        <p:spPr>
          <a:xfrm>
            <a:off x="678882" y="3122614"/>
            <a:ext cx="2978720" cy="612775"/>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3400" b="1" kern="1200">
                <a:solidFill>
                  <a:schemeClr val="tx1"/>
                </a:solidFill>
                <a:latin typeface="Nunito" pitchFamily="2" charset="0"/>
                <a:ea typeface="+mj-ea"/>
                <a:cs typeface="+mj-cs"/>
              </a:defRPr>
            </a:lvl1pPr>
          </a:lstStyle>
          <a:p>
            <a:r>
              <a:rPr lang="en-US" sz="3400" dirty="0">
                <a:solidFill>
                  <a:schemeClr val="bg1"/>
                </a:solidFill>
                <a:latin typeface="Calibri" panose="020F0502020204030204" pitchFamily="34" charset="0"/>
              </a:rPr>
              <a:t>Click to edit Master title style</a:t>
            </a:r>
          </a:p>
        </p:txBody>
      </p:sp>
    </p:spTree>
    <p:extLst>
      <p:ext uri="{BB962C8B-B14F-4D97-AF65-F5344CB8AC3E}">
        <p14:creationId xmlns:p14="http://schemas.microsoft.com/office/powerpoint/2010/main" val="5999928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4_One Thir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F19F22F4-4B18-0516-26F1-498BF7EBEAB2}"/>
              </a:ext>
            </a:extLst>
          </p:cNvPr>
          <p:cNvSpPr txBox="1">
            <a:spLocks/>
          </p:cNvSpPr>
          <p:nvPr userDrawn="1"/>
        </p:nvSpPr>
        <p:spPr>
          <a:xfrm>
            <a:off x="838200" y="3122614"/>
            <a:ext cx="2819401" cy="612775"/>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3400" b="1" kern="1200">
                <a:solidFill>
                  <a:schemeClr val="tx1"/>
                </a:solidFill>
                <a:latin typeface="Nunito" pitchFamily="2" charset="0"/>
                <a:ea typeface="+mj-ea"/>
                <a:cs typeface="+mj-cs"/>
              </a:defRPr>
            </a:lvl1pPr>
          </a:lstStyle>
          <a:p>
            <a:r>
              <a:rPr lang="en-US" sz="3400" dirty="0">
                <a:solidFill>
                  <a:srgbClr val="1D1B58"/>
                </a:solidFill>
                <a:latin typeface="Calibri" panose="020F0502020204030204" pitchFamily="34" charset="0"/>
              </a:rPr>
              <a:t>Click to edit Master title style</a:t>
            </a:r>
          </a:p>
        </p:txBody>
      </p:sp>
      <p:sp>
        <p:nvSpPr>
          <p:cNvPr id="13" name="Freeform: Shape 12">
            <a:extLst>
              <a:ext uri="{FF2B5EF4-FFF2-40B4-BE49-F238E27FC236}">
                <a16:creationId xmlns:a16="http://schemas.microsoft.com/office/drawing/2014/main" id="{BC7368D9-5898-B04D-9CD2-C5A3736BFFA6}"/>
              </a:ext>
            </a:extLst>
          </p:cNvPr>
          <p:cNvSpPr/>
          <p:nvPr userDrawn="1"/>
        </p:nvSpPr>
        <p:spPr>
          <a:xfrm>
            <a:off x="3454417" y="0"/>
            <a:ext cx="8737584" cy="6858000"/>
          </a:xfrm>
          <a:custGeom>
            <a:avLst/>
            <a:gdLst>
              <a:gd name="connsiteX0" fmla="*/ 0 w 9601184"/>
              <a:gd name="connsiteY0" fmla="*/ 0 h 6858000"/>
              <a:gd name="connsiteX1" fmla="*/ 9601184 w 9601184"/>
              <a:gd name="connsiteY1" fmla="*/ 0 h 6858000"/>
              <a:gd name="connsiteX2" fmla="*/ 9601184 w 9601184"/>
              <a:gd name="connsiteY2" fmla="*/ 6858000 h 6858000"/>
              <a:gd name="connsiteX3" fmla="*/ 0 w 9601184"/>
              <a:gd name="connsiteY3" fmla="*/ 6858000 h 6858000"/>
              <a:gd name="connsiteX4" fmla="*/ 660384 w 9601184"/>
              <a:gd name="connsiteY4" fmla="*/ 3429000 h 6858000"/>
              <a:gd name="connsiteX5" fmla="*/ 0 w 9601184"/>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601184" h="6858000">
                <a:moveTo>
                  <a:pt x="0" y="0"/>
                </a:moveTo>
                <a:lnTo>
                  <a:pt x="9601184" y="0"/>
                </a:lnTo>
                <a:lnTo>
                  <a:pt x="9601184" y="6858000"/>
                </a:lnTo>
                <a:lnTo>
                  <a:pt x="0" y="6858000"/>
                </a:lnTo>
                <a:lnTo>
                  <a:pt x="660384" y="3429000"/>
                </a:lnTo>
                <a:lnTo>
                  <a:pt x="0" y="0"/>
                </a:lnTo>
                <a:close/>
              </a:path>
            </a:pathLst>
          </a:custGeom>
          <a:solidFill>
            <a:srgbClr val="1D1B5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IN" sz="1800" dirty="0"/>
          </a:p>
        </p:txBody>
      </p:sp>
      <p:sp>
        <p:nvSpPr>
          <p:cNvPr id="2" name="Title 1"/>
          <p:cNvSpPr>
            <a:spLocks noGrp="1"/>
          </p:cNvSpPr>
          <p:nvPr>
            <p:ph type="title"/>
          </p:nvPr>
        </p:nvSpPr>
        <p:spPr>
          <a:xfrm>
            <a:off x="4455269" y="603666"/>
            <a:ext cx="7057847" cy="612775"/>
          </a:xfrm>
        </p:spPr>
        <p:txBody>
          <a:bodyPr/>
          <a:lstStyle>
            <a:lvl1pPr>
              <a:defRPr>
                <a:solidFill>
                  <a:schemeClr val="bg1"/>
                </a:solidFill>
              </a:defRPr>
            </a:lvl1pPr>
          </a:lstStyle>
          <a:p>
            <a:r>
              <a:rPr lang="en-US" dirty="0"/>
              <a:t>Click to edit Master title style</a:t>
            </a:r>
          </a:p>
        </p:txBody>
      </p:sp>
      <p:sp>
        <p:nvSpPr>
          <p:cNvPr id="3" name="Content Placeholder 2"/>
          <p:cNvSpPr>
            <a:spLocks noGrp="1"/>
          </p:cNvSpPr>
          <p:nvPr>
            <p:ph idx="1"/>
          </p:nvPr>
        </p:nvSpPr>
        <p:spPr>
          <a:xfrm>
            <a:off x="4455269" y="1659835"/>
            <a:ext cx="7057847" cy="4398066"/>
          </a:xfrm>
          <a:prstGeom prst="rect">
            <a:avLst/>
          </a:prstGeo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4" name="Picture 3">
            <a:extLst>
              <a:ext uri="{FF2B5EF4-FFF2-40B4-BE49-F238E27FC236}">
                <a16:creationId xmlns:a16="http://schemas.microsoft.com/office/drawing/2014/main" id="{BC1D7751-B046-E6FF-E802-137A168948C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507412" y="6119532"/>
            <a:ext cx="1958148" cy="540347"/>
          </a:xfrm>
          <a:prstGeom prst="rect">
            <a:avLst/>
          </a:prstGeom>
        </p:spPr>
      </p:pic>
    </p:spTree>
    <p:extLst>
      <p:ext uri="{BB962C8B-B14F-4D97-AF65-F5344CB8AC3E}">
        <p14:creationId xmlns:p14="http://schemas.microsoft.com/office/powerpoint/2010/main" val="64553904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3_One Third">
    <p:spTree>
      <p:nvGrpSpPr>
        <p:cNvPr id="1" name=""/>
        <p:cNvGrpSpPr/>
        <p:nvPr/>
      </p:nvGrpSpPr>
      <p:grpSpPr>
        <a:xfrm>
          <a:off x="0" y="0"/>
          <a:ext cx="0" cy="0"/>
          <a:chOff x="0" y="0"/>
          <a:chExt cx="0" cy="0"/>
        </a:xfrm>
      </p:grpSpPr>
      <p:sp>
        <p:nvSpPr>
          <p:cNvPr id="2" name="Title 1"/>
          <p:cNvSpPr>
            <a:spLocks noGrp="1"/>
          </p:cNvSpPr>
          <p:nvPr>
            <p:ph type="title"/>
          </p:nvPr>
        </p:nvSpPr>
        <p:spPr>
          <a:xfrm>
            <a:off x="678882" y="603666"/>
            <a:ext cx="6687118" cy="612775"/>
          </a:xfrm>
        </p:spPr>
        <p:txBody>
          <a:bodyPr/>
          <a:lstStyle/>
          <a:p>
            <a:r>
              <a:rPr lang="en-US" dirty="0"/>
              <a:t>Click to edit Master title style</a:t>
            </a:r>
          </a:p>
        </p:txBody>
      </p:sp>
      <p:sp>
        <p:nvSpPr>
          <p:cNvPr id="3" name="Content Placeholder 2"/>
          <p:cNvSpPr>
            <a:spLocks noGrp="1"/>
          </p:cNvSpPr>
          <p:nvPr>
            <p:ph idx="1"/>
          </p:nvPr>
        </p:nvSpPr>
        <p:spPr>
          <a:xfrm>
            <a:off x="678882" y="1659835"/>
            <a:ext cx="6687118" cy="4398066"/>
          </a:xfrm>
          <a:prstGeom prst="rect">
            <a:avLst/>
          </a:prstGeom>
        </p:spPr>
        <p:txBody>
          <a:bodyPr/>
          <a:lstStyle>
            <a:lvl1pPr>
              <a:defRPr>
                <a:solidFill>
                  <a:schemeClr val="bg2">
                    <a:lumMod val="10000"/>
                  </a:schemeClr>
                </a:solidFill>
              </a:defRPr>
            </a:lvl1pPr>
            <a:lvl2pPr>
              <a:defRPr>
                <a:solidFill>
                  <a:schemeClr val="bg2">
                    <a:lumMod val="10000"/>
                  </a:schemeClr>
                </a:solidFill>
              </a:defRPr>
            </a:lvl2pPr>
            <a:lvl3pPr>
              <a:defRPr>
                <a:solidFill>
                  <a:schemeClr val="bg2">
                    <a:lumMod val="10000"/>
                  </a:schemeClr>
                </a:solidFill>
              </a:defRPr>
            </a:lvl3pPr>
            <a:lvl4pPr>
              <a:defRPr>
                <a:solidFill>
                  <a:schemeClr val="bg2">
                    <a:lumMod val="10000"/>
                  </a:schemeClr>
                </a:solidFill>
              </a:defRPr>
            </a:lvl4pPr>
            <a:lvl5pPr>
              <a:defRPr>
                <a:solidFill>
                  <a:schemeClr val="bg2">
                    <a:lumMod val="10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Title 1">
            <a:extLst>
              <a:ext uri="{FF2B5EF4-FFF2-40B4-BE49-F238E27FC236}">
                <a16:creationId xmlns:a16="http://schemas.microsoft.com/office/drawing/2014/main" id="{F19F22F4-4B18-0516-26F1-498BF7EBEAB2}"/>
              </a:ext>
            </a:extLst>
          </p:cNvPr>
          <p:cNvSpPr txBox="1">
            <a:spLocks/>
          </p:cNvSpPr>
          <p:nvPr userDrawn="1"/>
        </p:nvSpPr>
        <p:spPr>
          <a:xfrm>
            <a:off x="8567565" y="3064248"/>
            <a:ext cx="3314556" cy="612775"/>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3400" b="1" kern="1200">
                <a:solidFill>
                  <a:schemeClr val="tx1"/>
                </a:solidFill>
                <a:latin typeface="Nunito" pitchFamily="2" charset="0"/>
                <a:ea typeface="+mj-ea"/>
                <a:cs typeface="+mj-cs"/>
              </a:defRPr>
            </a:lvl1pPr>
          </a:lstStyle>
          <a:p>
            <a:r>
              <a:rPr lang="en-US" sz="3400" dirty="0">
                <a:solidFill>
                  <a:schemeClr val="bg1"/>
                </a:solidFill>
                <a:latin typeface="Calibri" panose="020F0502020204030204" pitchFamily="34" charset="0"/>
              </a:rPr>
              <a:t>Click to edit Master title style</a:t>
            </a:r>
          </a:p>
        </p:txBody>
      </p:sp>
      <p:sp>
        <p:nvSpPr>
          <p:cNvPr id="13" name="Freeform: Shape 12">
            <a:extLst>
              <a:ext uri="{FF2B5EF4-FFF2-40B4-BE49-F238E27FC236}">
                <a16:creationId xmlns:a16="http://schemas.microsoft.com/office/drawing/2014/main" id="{D78CF48E-B68F-E9BA-8398-FF8CD727D1A9}"/>
              </a:ext>
            </a:extLst>
          </p:cNvPr>
          <p:cNvSpPr/>
          <p:nvPr userDrawn="1"/>
        </p:nvSpPr>
        <p:spPr>
          <a:xfrm>
            <a:off x="7543800" y="0"/>
            <a:ext cx="4648201" cy="6858000"/>
          </a:xfrm>
          <a:custGeom>
            <a:avLst/>
            <a:gdLst>
              <a:gd name="connsiteX0" fmla="*/ 0 w 3818882"/>
              <a:gd name="connsiteY0" fmla="*/ 0 h 6858000"/>
              <a:gd name="connsiteX1" fmla="*/ 3818882 w 3818882"/>
              <a:gd name="connsiteY1" fmla="*/ 0 h 6858000"/>
              <a:gd name="connsiteX2" fmla="*/ 3818882 w 3818882"/>
              <a:gd name="connsiteY2" fmla="*/ 6858000 h 6858000"/>
              <a:gd name="connsiteX3" fmla="*/ 0 w 3818882"/>
              <a:gd name="connsiteY3" fmla="*/ 6858000 h 6858000"/>
              <a:gd name="connsiteX4" fmla="*/ 796282 w 3818882"/>
              <a:gd name="connsiteY4" fmla="*/ 3429000 h 6858000"/>
              <a:gd name="connsiteX5" fmla="*/ 0 w 3818882"/>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818882" h="6858000">
                <a:moveTo>
                  <a:pt x="0" y="0"/>
                </a:moveTo>
                <a:lnTo>
                  <a:pt x="3818882" y="0"/>
                </a:lnTo>
                <a:lnTo>
                  <a:pt x="3818882" y="6858000"/>
                </a:lnTo>
                <a:lnTo>
                  <a:pt x="0" y="6858000"/>
                </a:lnTo>
                <a:lnTo>
                  <a:pt x="796282" y="3429000"/>
                </a:lnTo>
                <a:lnTo>
                  <a:pt x="0" y="0"/>
                </a:lnTo>
                <a:close/>
              </a:path>
            </a:pathLst>
          </a:custGeom>
          <a:solidFill>
            <a:srgbClr val="1D1B5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IN" sz="1800" dirty="0"/>
          </a:p>
        </p:txBody>
      </p:sp>
      <p:pic>
        <p:nvPicPr>
          <p:cNvPr id="4" name="Picture 3">
            <a:extLst>
              <a:ext uri="{FF2B5EF4-FFF2-40B4-BE49-F238E27FC236}">
                <a16:creationId xmlns:a16="http://schemas.microsoft.com/office/drawing/2014/main" id="{5BC983E8-29C2-9FD4-5029-201C1DDD5E80}"/>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507412" y="6119532"/>
            <a:ext cx="1958148" cy="540347"/>
          </a:xfrm>
          <a:prstGeom prst="rect">
            <a:avLst/>
          </a:prstGeom>
        </p:spPr>
      </p:pic>
    </p:spTree>
    <p:extLst>
      <p:ext uri="{BB962C8B-B14F-4D97-AF65-F5344CB8AC3E}">
        <p14:creationId xmlns:p14="http://schemas.microsoft.com/office/powerpoint/2010/main" val="190750139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8883" y="1709738"/>
            <a:ext cx="10834234" cy="2852737"/>
          </a:xfrm>
        </p:spPr>
        <p:txBody>
          <a:bodyPr anchor="b"/>
          <a:lstStyle>
            <a:lvl1pPr>
              <a:defRPr sz="6000"/>
            </a:lvl1pPr>
          </a:lstStyle>
          <a:p>
            <a:r>
              <a:rPr lang="en-US" dirty="0"/>
              <a:t>Click to edit Master title style</a:t>
            </a:r>
          </a:p>
        </p:txBody>
      </p:sp>
      <p:sp>
        <p:nvSpPr>
          <p:cNvPr id="3" name="Text Placeholder 2"/>
          <p:cNvSpPr>
            <a:spLocks noGrp="1"/>
          </p:cNvSpPr>
          <p:nvPr>
            <p:ph type="body" idx="1"/>
          </p:nvPr>
        </p:nvSpPr>
        <p:spPr>
          <a:xfrm>
            <a:off x="678883" y="4589464"/>
            <a:ext cx="10834234"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Tree>
    <p:extLst>
      <p:ext uri="{BB962C8B-B14F-4D97-AF65-F5344CB8AC3E}">
        <p14:creationId xmlns:p14="http://schemas.microsoft.com/office/powerpoint/2010/main" val="2072784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78881" y="603666"/>
            <a:ext cx="10834233" cy="612775"/>
          </a:xfrm>
        </p:spPr>
        <p:txBody>
          <a:bodyPr/>
          <a:lstStyle/>
          <a:p>
            <a:r>
              <a:rPr lang="en-US" dirty="0"/>
              <a:t>Click to edit Master title style</a:t>
            </a:r>
          </a:p>
        </p:txBody>
      </p:sp>
      <p:sp>
        <p:nvSpPr>
          <p:cNvPr id="3" name="Content Placeholder 2"/>
          <p:cNvSpPr>
            <a:spLocks noGrp="1"/>
          </p:cNvSpPr>
          <p:nvPr>
            <p:ph sz="half" idx="1"/>
          </p:nvPr>
        </p:nvSpPr>
        <p:spPr>
          <a:xfrm>
            <a:off x="678881" y="1659835"/>
            <a:ext cx="5340919" cy="4399442"/>
          </a:xfrm>
          <a:prstGeom prst="rect">
            <a:avLst/>
          </a:prstGeom>
        </p:spPr>
        <p:txBody>
          <a:bodyPr/>
          <a:lstStyle>
            <a:lvl1pPr>
              <a:defRPr>
                <a:solidFill>
                  <a:schemeClr val="bg2">
                    <a:lumMod val="10000"/>
                  </a:schemeClr>
                </a:solidFill>
              </a:defRPr>
            </a:lvl1pPr>
            <a:lvl2pPr>
              <a:defRPr>
                <a:solidFill>
                  <a:schemeClr val="bg2">
                    <a:lumMod val="10000"/>
                  </a:schemeClr>
                </a:solidFill>
              </a:defRPr>
            </a:lvl2pPr>
            <a:lvl3pPr>
              <a:defRPr>
                <a:solidFill>
                  <a:schemeClr val="bg2">
                    <a:lumMod val="10000"/>
                  </a:schemeClr>
                </a:solidFill>
              </a:defRPr>
            </a:lvl3pPr>
            <a:lvl4pPr>
              <a:defRPr>
                <a:solidFill>
                  <a:schemeClr val="bg2">
                    <a:lumMod val="10000"/>
                  </a:schemeClr>
                </a:solidFill>
              </a:defRPr>
            </a:lvl4pPr>
            <a:lvl5pPr>
              <a:defRPr>
                <a:solidFill>
                  <a:schemeClr val="bg2">
                    <a:lumMod val="10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72199" y="1659835"/>
            <a:ext cx="5340917" cy="4399442"/>
          </a:xfrm>
          <a:prstGeom prst="rect">
            <a:avLst/>
          </a:prstGeom>
        </p:spPr>
        <p:txBody>
          <a:bodyPr/>
          <a:lstStyle>
            <a:lvl1pPr>
              <a:defRPr>
                <a:solidFill>
                  <a:schemeClr val="bg2">
                    <a:lumMod val="10000"/>
                  </a:schemeClr>
                </a:solidFill>
              </a:defRPr>
            </a:lvl1pPr>
            <a:lvl2pPr>
              <a:defRPr>
                <a:solidFill>
                  <a:schemeClr val="bg2">
                    <a:lumMod val="10000"/>
                  </a:schemeClr>
                </a:solidFill>
              </a:defRPr>
            </a:lvl2pPr>
            <a:lvl3pPr>
              <a:defRPr>
                <a:solidFill>
                  <a:schemeClr val="bg2">
                    <a:lumMod val="10000"/>
                  </a:schemeClr>
                </a:solidFill>
              </a:defRPr>
            </a:lvl3pPr>
            <a:lvl4pPr>
              <a:defRPr>
                <a:solidFill>
                  <a:schemeClr val="bg2">
                    <a:lumMod val="10000"/>
                  </a:schemeClr>
                </a:solidFill>
              </a:defRPr>
            </a:lvl4pPr>
            <a:lvl5pPr>
              <a:defRPr>
                <a:solidFill>
                  <a:schemeClr val="bg2">
                    <a:lumMod val="10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099343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78881" y="603665"/>
            <a:ext cx="10834234" cy="612775"/>
          </a:xfrm>
        </p:spPr>
        <p:txBody>
          <a:bodyPr/>
          <a:lstStyle/>
          <a:p>
            <a:r>
              <a:rPr lang="en-US" dirty="0"/>
              <a:t>Click to edit Master title style</a:t>
            </a:r>
          </a:p>
        </p:txBody>
      </p:sp>
      <p:sp>
        <p:nvSpPr>
          <p:cNvPr id="3" name="Text Placeholder 2"/>
          <p:cNvSpPr>
            <a:spLocks noGrp="1"/>
          </p:cNvSpPr>
          <p:nvPr>
            <p:ph type="body" idx="1"/>
          </p:nvPr>
        </p:nvSpPr>
        <p:spPr>
          <a:xfrm>
            <a:off x="678881" y="1659834"/>
            <a:ext cx="5318693" cy="655349"/>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678881" y="2505075"/>
            <a:ext cx="5318693" cy="3552826"/>
          </a:xfrm>
          <a:prstGeom prst="rect">
            <a:avLst/>
          </a:prstGeom>
        </p:spPr>
        <p:txBody>
          <a:bodyPr/>
          <a:lstStyle>
            <a:lvl1pPr>
              <a:defRPr>
                <a:solidFill>
                  <a:schemeClr val="bg2">
                    <a:lumMod val="10000"/>
                  </a:schemeClr>
                </a:solidFill>
              </a:defRPr>
            </a:lvl1pPr>
            <a:lvl2pPr>
              <a:defRPr>
                <a:solidFill>
                  <a:schemeClr val="bg2">
                    <a:lumMod val="10000"/>
                  </a:schemeClr>
                </a:solidFill>
              </a:defRPr>
            </a:lvl2pPr>
            <a:lvl3pPr>
              <a:defRPr>
                <a:solidFill>
                  <a:schemeClr val="bg2">
                    <a:lumMod val="10000"/>
                  </a:schemeClr>
                </a:solidFill>
              </a:defRPr>
            </a:lvl3pPr>
            <a:lvl4pPr>
              <a:defRPr>
                <a:solidFill>
                  <a:schemeClr val="bg2">
                    <a:lumMod val="10000"/>
                  </a:schemeClr>
                </a:solidFill>
              </a:defRPr>
            </a:lvl4pPr>
            <a:lvl5pPr>
              <a:defRPr>
                <a:solidFill>
                  <a:schemeClr val="bg2">
                    <a:lumMod val="10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172202" y="1659834"/>
            <a:ext cx="5340914" cy="655349"/>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172202" y="2505075"/>
            <a:ext cx="5340914" cy="3552826"/>
          </a:xfrm>
          <a:prstGeom prst="rect">
            <a:avLst/>
          </a:prstGeom>
        </p:spPr>
        <p:txBody>
          <a:bodyPr/>
          <a:lstStyle>
            <a:lvl1pPr>
              <a:defRPr>
                <a:solidFill>
                  <a:schemeClr val="bg2">
                    <a:lumMod val="10000"/>
                  </a:schemeClr>
                </a:solidFill>
              </a:defRPr>
            </a:lvl1pPr>
            <a:lvl2pPr>
              <a:defRPr>
                <a:solidFill>
                  <a:schemeClr val="bg2">
                    <a:lumMod val="10000"/>
                  </a:schemeClr>
                </a:solidFill>
              </a:defRPr>
            </a:lvl2pPr>
            <a:lvl3pPr>
              <a:defRPr>
                <a:solidFill>
                  <a:schemeClr val="bg2">
                    <a:lumMod val="10000"/>
                  </a:schemeClr>
                </a:solidFill>
              </a:defRPr>
            </a:lvl3pPr>
            <a:lvl4pPr>
              <a:defRPr>
                <a:solidFill>
                  <a:schemeClr val="bg2">
                    <a:lumMod val="10000"/>
                  </a:schemeClr>
                </a:solidFill>
              </a:defRPr>
            </a:lvl4pPr>
            <a:lvl5pPr>
              <a:defRPr>
                <a:solidFill>
                  <a:schemeClr val="bg2">
                    <a:lumMod val="10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81978900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8884" y="603666"/>
            <a:ext cx="10834234" cy="612775"/>
          </a:xfrm>
        </p:spPr>
        <p:txBody>
          <a:bodyPr/>
          <a:lstStyle/>
          <a:p>
            <a:r>
              <a:rPr lang="en-US"/>
              <a:t>Click to edit Master title style</a:t>
            </a:r>
          </a:p>
        </p:txBody>
      </p:sp>
    </p:spTree>
    <p:extLst>
      <p:ext uri="{BB962C8B-B14F-4D97-AF65-F5344CB8AC3E}">
        <p14:creationId xmlns:p14="http://schemas.microsoft.com/office/powerpoint/2010/main" val="283125655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9559317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8881" y="603666"/>
            <a:ext cx="4093145" cy="1453734"/>
          </a:xfrm>
        </p:spPr>
        <p:txBody>
          <a:bodyPr anchor="b"/>
          <a:lstStyle>
            <a:lvl1pPr>
              <a:defRPr sz="3200"/>
            </a:lvl1pPr>
          </a:lstStyle>
          <a:p>
            <a:r>
              <a:rPr lang="en-US" dirty="0"/>
              <a:t>Click to edit Master title style</a:t>
            </a:r>
          </a:p>
        </p:txBody>
      </p:sp>
      <p:sp>
        <p:nvSpPr>
          <p:cNvPr id="3" name="Content Placeholder 2"/>
          <p:cNvSpPr>
            <a:spLocks noGrp="1"/>
          </p:cNvSpPr>
          <p:nvPr>
            <p:ph idx="1"/>
          </p:nvPr>
        </p:nvSpPr>
        <p:spPr>
          <a:xfrm>
            <a:off x="5183189" y="1659835"/>
            <a:ext cx="6329928" cy="4201215"/>
          </a:xfrm>
          <a:prstGeom prst="rect">
            <a:avLst/>
          </a:prstGeom>
        </p:spPr>
        <p:txBody>
          <a:bodyPr/>
          <a:lstStyle>
            <a:lvl1pPr>
              <a:defRPr sz="3200">
                <a:solidFill>
                  <a:schemeClr val="bg2">
                    <a:lumMod val="10000"/>
                  </a:schemeClr>
                </a:solidFill>
              </a:defRPr>
            </a:lvl1pPr>
            <a:lvl2pPr>
              <a:defRPr sz="2800">
                <a:solidFill>
                  <a:schemeClr val="bg2">
                    <a:lumMod val="10000"/>
                  </a:schemeClr>
                </a:solidFill>
              </a:defRPr>
            </a:lvl2pPr>
            <a:lvl3pPr>
              <a:defRPr sz="2400">
                <a:solidFill>
                  <a:schemeClr val="bg2">
                    <a:lumMod val="10000"/>
                  </a:schemeClr>
                </a:solidFill>
              </a:defRPr>
            </a:lvl3pPr>
            <a:lvl4pPr>
              <a:defRPr sz="2000">
                <a:solidFill>
                  <a:schemeClr val="bg2">
                    <a:lumMod val="10000"/>
                  </a:schemeClr>
                </a:solidFill>
              </a:defRPr>
            </a:lvl4pPr>
            <a:lvl5pPr>
              <a:defRPr sz="2000">
                <a:solidFill>
                  <a:schemeClr val="bg2">
                    <a:lumMod val="10000"/>
                  </a:schemeClr>
                </a:solidFill>
              </a:defRPr>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678881" y="2315183"/>
            <a:ext cx="4093145" cy="3553805"/>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Tree>
    <p:extLst>
      <p:ext uri="{BB962C8B-B14F-4D97-AF65-F5344CB8AC3E}">
        <p14:creationId xmlns:p14="http://schemas.microsoft.com/office/powerpoint/2010/main" val="182834937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xfrm>
            <a:off x="678884" y="603666"/>
            <a:ext cx="10834234" cy="612775"/>
          </a:xfrm>
        </p:spPr>
        <p:txBody>
          <a:bodyPr/>
          <a:lstStyle/>
          <a:p>
            <a:r>
              <a:rPr lang="en-US" dirty="0"/>
              <a:t>Click to edit Master title style</a:t>
            </a:r>
          </a:p>
        </p:txBody>
      </p:sp>
      <p:sp>
        <p:nvSpPr>
          <p:cNvPr id="3" name="Vertical Text Placeholder 2"/>
          <p:cNvSpPr>
            <a:spLocks noGrp="1"/>
          </p:cNvSpPr>
          <p:nvPr>
            <p:ph type="body" orient="vert" idx="1"/>
          </p:nvPr>
        </p:nvSpPr>
        <p:spPr>
          <a:xfrm>
            <a:off x="678884" y="1659834"/>
            <a:ext cx="10834234" cy="4166933"/>
          </a:xfrm>
          <a:prstGeom prst="rect">
            <a:avLst/>
          </a:prstGeom>
        </p:spPr>
        <p:txBody>
          <a:bodyPr vert="eaVert"/>
          <a:lstStyle>
            <a:lvl1pPr>
              <a:defRPr>
                <a:solidFill>
                  <a:schemeClr val="bg2">
                    <a:lumMod val="10000"/>
                  </a:schemeClr>
                </a:solidFill>
              </a:defRPr>
            </a:lvl1pPr>
            <a:lvl2pPr>
              <a:defRPr>
                <a:solidFill>
                  <a:schemeClr val="bg2">
                    <a:lumMod val="10000"/>
                  </a:schemeClr>
                </a:solidFill>
              </a:defRPr>
            </a:lvl2pPr>
            <a:lvl3pPr>
              <a:defRPr>
                <a:solidFill>
                  <a:schemeClr val="bg2">
                    <a:lumMod val="10000"/>
                  </a:schemeClr>
                </a:solidFill>
              </a:defRPr>
            </a:lvl3pPr>
            <a:lvl4pPr>
              <a:defRPr>
                <a:solidFill>
                  <a:schemeClr val="bg2">
                    <a:lumMod val="10000"/>
                  </a:schemeClr>
                </a:solidFill>
              </a:defRPr>
            </a:lvl4pPr>
            <a:lvl5pPr>
              <a:defRPr>
                <a:solidFill>
                  <a:schemeClr val="bg2">
                    <a:lumMod val="10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07505366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Vertical Title and Text">
    <p:spTree>
      <p:nvGrpSpPr>
        <p:cNvPr id="1" name=""/>
        <p:cNvGrpSpPr/>
        <p:nvPr/>
      </p:nvGrpSpPr>
      <p:grpSpPr>
        <a:xfrm>
          <a:off x="0" y="0"/>
          <a:ext cx="0" cy="0"/>
          <a:chOff x="0" y="0"/>
          <a:chExt cx="0" cy="0"/>
        </a:xfrm>
      </p:grpSpPr>
      <p:pic>
        <p:nvPicPr>
          <p:cNvPr id="4" name="Picture 3" descr="Tech Background&quot; Images – Browse 8,227 Stock Photos, Vectors, and Video |  Adobe Stock">
            <a:extLst>
              <a:ext uri="{FF2B5EF4-FFF2-40B4-BE49-F238E27FC236}">
                <a16:creationId xmlns:a16="http://schemas.microsoft.com/office/drawing/2014/main" id="{19625874-6531-A345-C3ED-8BD86E0E300E}"/>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l="2352" t="2332" r="1954" b="1250"/>
          <a:stretch>
            <a:fillRect/>
          </a:stretch>
        </p:blipFill>
        <p:spPr bwMode="auto">
          <a:xfrm>
            <a:off x="-21770" y="0"/>
            <a:ext cx="12213771" cy="6858000"/>
          </a:xfrm>
          <a:custGeom>
            <a:avLst/>
            <a:gdLst>
              <a:gd name="connsiteX0" fmla="*/ 0 w 12213771"/>
              <a:gd name="connsiteY0" fmla="*/ 0 h 6858000"/>
              <a:gd name="connsiteX1" fmla="*/ 12213771 w 12213771"/>
              <a:gd name="connsiteY1" fmla="*/ 0 h 6858000"/>
              <a:gd name="connsiteX2" fmla="*/ 12213771 w 12213771"/>
              <a:gd name="connsiteY2" fmla="*/ 6858000 h 6858000"/>
              <a:gd name="connsiteX3" fmla="*/ 0 w 1221377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213771" h="6858000">
                <a:moveTo>
                  <a:pt x="0" y="0"/>
                </a:moveTo>
                <a:lnTo>
                  <a:pt x="12213771" y="0"/>
                </a:lnTo>
                <a:lnTo>
                  <a:pt x="12213771" y="6858000"/>
                </a:lnTo>
                <a:lnTo>
                  <a:pt x="0" y="6858000"/>
                </a:lnTo>
                <a:close/>
              </a:path>
            </a:pathLst>
          </a:custGeom>
          <a:noFill/>
          <a:extLst>
            <a:ext uri="{909E8E84-426E-40DD-AFC4-6F175D3DCCD1}">
              <a14:hiddenFill xmlns:a14="http://schemas.microsoft.com/office/drawing/2010/main">
                <a:solidFill>
                  <a:srgbClr val="FFFFFF"/>
                </a:solidFill>
              </a14:hiddenFill>
            </a:ext>
          </a:extLst>
        </p:spPr>
      </p:pic>
      <p:sp>
        <p:nvSpPr>
          <p:cNvPr id="2" name="Vertical Title 1"/>
          <p:cNvSpPr>
            <a:spLocks noGrp="1"/>
          </p:cNvSpPr>
          <p:nvPr>
            <p:ph type="title" orient="vert" hasCustomPrompt="1"/>
          </p:nvPr>
        </p:nvSpPr>
        <p:spPr>
          <a:xfrm rot="16200000">
            <a:off x="4770665" y="-2959994"/>
            <a:ext cx="2628900" cy="12213771"/>
          </a:xfrm>
        </p:spPr>
        <p:txBody>
          <a:bodyPr vert="eaVert">
            <a:normAutofit/>
          </a:bodyPr>
          <a:lstStyle>
            <a:lvl1pPr algn="ctr">
              <a:defRPr sz="8000">
                <a:solidFill>
                  <a:schemeClr val="bg1"/>
                </a:solidFill>
              </a:defRPr>
            </a:lvl1pPr>
          </a:lstStyle>
          <a:p>
            <a:r>
              <a:rPr lang="en-US" dirty="0"/>
              <a:t>Thank You</a:t>
            </a:r>
          </a:p>
        </p:txBody>
      </p:sp>
    </p:spTree>
    <p:extLst>
      <p:ext uri="{BB962C8B-B14F-4D97-AF65-F5344CB8AC3E}">
        <p14:creationId xmlns:p14="http://schemas.microsoft.com/office/powerpoint/2010/main" val="416747420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78884" y="603666"/>
            <a:ext cx="10834232" cy="612775"/>
          </a:xfrm>
          <a:prstGeom prst="rect">
            <a:avLst/>
          </a:prstGeom>
        </p:spPr>
        <p:txBody>
          <a:bodyPr vert="horz" lIns="0" tIns="0" rIns="0" bIns="0" rtlCol="0" anchor="ctr">
            <a:normAutofit/>
          </a:bodyPr>
          <a:lstStyle/>
          <a:p>
            <a:r>
              <a:rPr lang="en-US" dirty="0"/>
              <a:t>Click to edit Master title style</a:t>
            </a:r>
          </a:p>
        </p:txBody>
      </p:sp>
      <p:sp>
        <p:nvSpPr>
          <p:cNvPr id="3" name="Text Placeholder 2"/>
          <p:cNvSpPr>
            <a:spLocks noGrp="1"/>
          </p:cNvSpPr>
          <p:nvPr>
            <p:ph type="body" idx="1"/>
          </p:nvPr>
        </p:nvSpPr>
        <p:spPr>
          <a:xfrm>
            <a:off x="678884" y="1659835"/>
            <a:ext cx="10834234" cy="4398065"/>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2052" name="Picture 4" descr="Top Ranked Data Science Institute, Classroom Plus Online Training | Boston  Institute of Analytics">
            <a:extLst>
              <a:ext uri="{FF2B5EF4-FFF2-40B4-BE49-F238E27FC236}">
                <a16:creationId xmlns:a16="http://schemas.microsoft.com/office/drawing/2014/main" id="{D55A4135-B2E5-3A1C-9614-E010D1062B85}"/>
              </a:ext>
            </a:extLst>
          </p:cNvPr>
          <p:cNvPicPr>
            <a:picLocks noChangeAspect="1" noChangeArrowheads="1"/>
          </p:cNvPicPr>
          <p:nvPr userDrawn="1"/>
        </p:nvPicPr>
        <p:blipFill rotWithShape="1">
          <a:blip r:embed="rId18" cstate="print">
            <a:extLst>
              <a:ext uri="{28A0092B-C50C-407E-A947-70E740481C1C}">
                <a14:useLocalDpi xmlns:a14="http://schemas.microsoft.com/office/drawing/2010/main" val="0"/>
              </a:ext>
            </a:extLst>
          </a:blip>
          <a:srcRect l="4000" r="3112"/>
          <a:stretch/>
        </p:blipFill>
        <p:spPr bwMode="auto">
          <a:xfrm>
            <a:off x="9493777" y="6115409"/>
            <a:ext cx="2019339" cy="548917"/>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3665DF22-91AD-CE85-A78A-CF35969DE003}"/>
              </a:ext>
            </a:extLst>
          </p:cNvPr>
          <p:cNvSpPr/>
          <p:nvPr userDrawn="1"/>
        </p:nvSpPr>
        <p:spPr>
          <a:xfrm>
            <a:off x="678883" y="6207305"/>
            <a:ext cx="7474517" cy="36512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r>
              <a:rPr lang="en-US" sz="1100" b="1" dirty="0">
                <a:solidFill>
                  <a:schemeClr val="bg2">
                    <a:lumMod val="75000"/>
                  </a:schemeClr>
                </a:solidFill>
              </a:rPr>
              <a:t>CONFIDENTIAL</a:t>
            </a:r>
            <a:r>
              <a:rPr lang="en-US" sz="1100" dirty="0">
                <a:solidFill>
                  <a:schemeClr val="bg2">
                    <a:lumMod val="75000"/>
                  </a:schemeClr>
                </a:solidFill>
              </a:rPr>
              <a:t>: The information in this document belongs to Boston Institute of Analytics LLC. Any unauthorized sharing of this material is prohibited and subject to legal action under breach of IP and confidentiality clauses. </a:t>
            </a:r>
          </a:p>
        </p:txBody>
      </p:sp>
    </p:spTree>
    <p:extLst>
      <p:ext uri="{BB962C8B-B14F-4D97-AF65-F5344CB8AC3E}">
        <p14:creationId xmlns:p14="http://schemas.microsoft.com/office/powerpoint/2010/main" val="162817835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72" r:id="rId3"/>
    <p:sldLayoutId id="2147483673" r:id="rId4"/>
    <p:sldLayoutId id="2147483674" r:id="rId5"/>
    <p:sldLayoutId id="2147483675" r:id="rId6"/>
    <p:sldLayoutId id="2147483677" r:id="rId7"/>
    <p:sldLayoutId id="2147483676" r:id="rId8"/>
    <p:sldLayoutId id="2147483663" r:id="rId9"/>
    <p:sldLayoutId id="2147483664" r:id="rId10"/>
    <p:sldLayoutId id="2147483665" r:id="rId11"/>
    <p:sldLayoutId id="2147483666" r:id="rId12"/>
    <p:sldLayoutId id="2147483667" r:id="rId13"/>
    <p:sldLayoutId id="2147483668" r:id="rId14"/>
    <p:sldLayoutId id="2147483670" r:id="rId15"/>
    <p:sldLayoutId id="2147483671" r:id="rId16"/>
  </p:sldLayoutIdLst>
  <p:txStyles>
    <p:titleStyle>
      <a:lvl1pPr algn="l" defTabSz="914400" rtl="0" eaLnBrk="1" latinLnBrk="0" hangingPunct="1">
        <a:lnSpc>
          <a:spcPct val="90000"/>
        </a:lnSpc>
        <a:spcBef>
          <a:spcPct val="0"/>
        </a:spcBef>
        <a:buNone/>
        <a:defRPr sz="3400" b="1" kern="1200">
          <a:solidFill>
            <a:schemeClr val="tx1"/>
          </a:solidFill>
          <a:latin typeface="Calibri" panose="020F0502020204030204" pitchFamily="34"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2">
              <a:lumMod val="10000"/>
            </a:schemeClr>
          </a:solidFill>
          <a:latin typeface="Calibri" panose="020F050202020403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2">
              <a:lumMod val="10000"/>
            </a:schemeClr>
          </a:solidFill>
          <a:latin typeface="Calibri" panose="020F0502020204030204"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2">
              <a:lumMod val="10000"/>
            </a:schemeClr>
          </a:solidFill>
          <a:latin typeface="Calibri" panose="020F0502020204030204"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Calibri" panose="020F0502020204030204"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Calibri" panose="020F050202020403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A225F15-9B21-01FF-BD6D-D04F30F7A091}"/>
              </a:ext>
            </a:extLst>
          </p:cNvPr>
          <p:cNvSpPr/>
          <p:nvPr/>
        </p:nvSpPr>
        <p:spPr>
          <a:xfrm>
            <a:off x="1" y="2788290"/>
            <a:ext cx="12192000" cy="81152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400" b="1" dirty="0">
                <a:latin typeface="Calibri" panose="020F0502020204030204" pitchFamily="34" charset="0"/>
              </a:rPr>
              <a:t>Name of Capstone Project</a:t>
            </a:r>
          </a:p>
        </p:txBody>
      </p:sp>
    </p:spTree>
    <p:extLst>
      <p:ext uri="{BB962C8B-B14F-4D97-AF65-F5344CB8AC3E}">
        <p14:creationId xmlns:p14="http://schemas.microsoft.com/office/powerpoint/2010/main" val="10243347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38B360-A630-EE21-210D-844E85048949}"/>
              </a:ext>
            </a:extLst>
          </p:cNvPr>
          <p:cNvSpPr>
            <a:spLocks noGrp="1"/>
          </p:cNvSpPr>
          <p:nvPr>
            <p:ph type="title"/>
          </p:nvPr>
        </p:nvSpPr>
        <p:spPr/>
        <p:txBody>
          <a:bodyPr/>
          <a:lstStyle/>
          <a:p>
            <a:r>
              <a:rPr lang="en-US" dirty="0"/>
              <a:t>Agenda</a:t>
            </a:r>
            <a:endParaRPr lang="en-IN" dirty="0"/>
          </a:p>
        </p:txBody>
      </p:sp>
      <p:sp>
        <p:nvSpPr>
          <p:cNvPr id="3" name="Content Placeholder 2">
            <a:extLst>
              <a:ext uri="{FF2B5EF4-FFF2-40B4-BE49-F238E27FC236}">
                <a16:creationId xmlns:a16="http://schemas.microsoft.com/office/drawing/2014/main" id="{67B003C9-103A-47E6-D7EB-87D0A8CB5431}"/>
              </a:ext>
            </a:extLst>
          </p:cNvPr>
          <p:cNvSpPr>
            <a:spLocks noGrp="1"/>
          </p:cNvSpPr>
          <p:nvPr>
            <p:ph idx="1"/>
          </p:nvPr>
        </p:nvSpPr>
        <p:spPr/>
        <p:txBody>
          <a:bodyPr/>
          <a:lstStyle/>
          <a:p>
            <a:endParaRPr lang="en-IN"/>
          </a:p>
        </p:txBody>
      </p:sp>
    </p:spTree>
    <p:extLst>
      <p:ext uri="{BB962C8B-B14F-4D97-AF65-F5344CB8AC3E}">
        <p14:creationId xmlns:p14="http://schemas.microsoft.com/office/powerpoint/2010/main" val="195380454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E853F5-3FF5-F820-B593-B4F4AF27A2B6}"/>
              </a:ext>
            </a:extLst>
          </p:cNvPr>
          <p:cNvSpPr>
            <a:spLocks noGrp="1"/>
          </p:cNvSpPr>
          <p:nvPr>
            <p:ph type="title"/>
          </p:nvPr>
        </p:nvSpPr>
        <p:spPr/>
        <p:txBody>
          <a:bodyPr/>
          <a:lstStyle/>
          <a:p>
            <a:r>
              <a:rPr lang="en-US" dirty="0"/>
              <a:t>Title</a:t>
            </a:r>
            <a:endParaRPr lang="en-IN" dirty="0"/>
          </a:p>
        </p:txBody>
      </p:sp>
      <p:sp>
        <p:nvSpPr>
          <p:cNvPr id="3" name="Content Placeholder 2">
            <a:extLst>
              <a:ext uri="{FF2B5EF4-FFF2-40B4-BE49-F238E27FC236}">
                <a16:creationId xmlns:a16="http://schemas.microsoft.com/office/drawing/2014/main" id="{5498D2CD-3F24-F46B-D0FD-F213BDB36EC1}"/>
              </a:ext>
            </a:extLst>
          </p:cNvPr>
          <p:cNvSpPr>
            <a:spLocks noGrp="1"/>
          </p:cNvSpPr>
          <p:nvPr>
            <p:ph idx="1"/>
          </p:nvPr>
        </p:nvSpPr>
        <p:spPr>
          <a:xfrm>
            <a:off x="678884" y="1675075"/>
            <a:ext cx="10834234" cy="4398066"/>
          </a:xfrm>
          <a:prstGeom prst="rect">
            <a:avLst/>
          </a:prstGeom>
        </p:spPr>
        <p:txBody>
          <a:bodyPr/>
          <a:lstStyle>
            <a:lvl1pPr>
              <a:defRPr>
                <a:solidFill>
                  <a:schemeClr val="bg2">
                    <a:lumMod val="10000"/>
                  </a:schemeClr>
                </a:solidFill>
              </a:defRPr>
            </a:lvl1pPr>
            <a:lvl2pPr>
              <a:defRPr>
                <a:solidFill>
                  <a:schemeClr val="bg2">
                    <a:lumMod val="10000"/>
                  </a:schemeClr>
                </a:solidFill>
              </a:defRPr>
            </a:lvl2pPr>
            <a:lvl3pPr>
              <a:defRPr>
                <a:solidFill>
                  <a:schemeClr val="bg2">
                    <a:lumMod val="10000"/>
                  </a:schemeClr>
                </a:solidFill>
              </a:defRPr>
            </a:lvl3pPr>
            <a:lvl4pPr>
              <a:defRPr>
                <a:solidFill>
                  <a:schemeClr val="bg2">
                    <a:lumMod val="10000"/>
                  </a:schemeClr>
                </a:solidFill>
              </a:defRPr>
            </a:lvl4pPr>
            <a:lvl5pPr>
              <a:defRPr>
                <a:solidFill>
                  <a:schemeClr val="bg2">
                    <a:lumMod val="10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2724594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69DB3DB-2D6A-4800-21E5-71369CC117F1}"/>
              </a:ext>
            </a:extLst>
          </p:cNvPr>
          <p:cNvSpPr>
            <a:spLocks noGrp="1"/>
          </p:cNvSpPr>
          <p:nvPr>
            <p:ph type="title"/>
          </p:nvPr>
        </p:nvSpPr>
        <p:spPr/>
        <p:txBody>
          <a:bodyPr/>
          <a:lstStyle/>
          <a:p>
            <a:endParaRPr lang="en-IN"/>
          </a:p>
        </p:txBody>
      </p:sp>
      <p:sp>
        <p:nvSpPr>
          <p:cNvPr id="5" name="Content Placeholder 4">
            <a:extLst>
              <a:ext uri="{FF2B5EF4-FFF2-40B4-BE49-F238E27FC236}">
                <a16:creationId xmlns:a16="http://schemas.microsoft.com/office/drawing/2014/main" id="{911E276C-DF85-3591-E888-F5B1B9B1522C}"/>
              </a:ext>
            </a:extLst>
          </p:cNvPr>
          <p:cNvSpPr>
            <a:spLocks noGrp="1"/>
          </p:cNvSpPr>
          <p:nvPr>
            <p:ph idx="1"/>
          </p:nvPr>
        </p:nvSpPr>
        <p:spPr/>
        <p:txBody>
          <a:bodyPr/>
          <a:lstStyle/>
          <a:p>
            <a:endParaRPr lang="en-IN"/>
          </a:p>
        </p:txBody>
      </p:sp>
    </p:spTree>
    <p:extLst>
      <p:ext uri="{BB962C8B-B14F-4D97-AF65-F5344CB8AC3E}">
        <p14:creationId xmlns:p14="http://schemas.microsoft.com/office/powerpoint/2010/main" val="13444202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6A923FD-EE06-48F2-482E-88F38D200251}"/>
              </a:ext>
            </a:extLst>
          </p:cNvPr>
          <p:cNvSpPr>
            <a:spLocks noGrp="1"/>
          </p:cNvSpPr>
          <p:nvPr>
            <p:ph type="title"/>
          </p:nvPr>
        </p:nvSpPr>
        <p:spPr/>
        <p:txBody>
          <a:bodyPr/>
          <a:lstStyle/>
          <a:p>
            <a:endParaRPr lang="en-IN"/>
          </a:p>
        </p:txBody>
      </p:sp>
      <p:sp>
        <p:nvSpPr>
          <p:cNvPr id="5" name="Content Placeholder 4">
            <a:extLst>
              <a:ext uri="{FF2B5EF4-FFF2-40B4-BE49-F238E27FC236}">
                <a16:creationId xmlns:a16="http://schemas.microsoft.com/office/drawing/2014/main" id="{8C74B58E-E923-F7F3-8627-D12DF58EC0C5}"/>
              </a:ext>
            </a:extLst>
          </p:cNvPr>
          <p:cNvSpPr>
            <a:spLocks noGrp="1"/>
          </p:cNvSpPr>
          <p:nvPr>
            <p:ph idx="1"/>
          </p:nvPr>
        </p:nvSpPr>
        <p:spPr/>
        <p:txBody>
          <a:bodyPr/>
          <a:lstStyle/>
          <a:p>
            <a:endParaRPr lang="en-IN"/>
          </a:p>
        </p:txBody>
      </p:sp>
    </p:spTree>
    <p:extLst>
      <p:ext uri="{BB962C8B-B14F-4D97-AF65-F5344CB8AC3E}">
        <p14:creationId xmlns:p14="http://schemas.microsoft.com/office/powerpoint/2010/main" val="159436527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5BA2E58-FEC9-D54D-ACC0-E7CEEF5F42E4}"/>
              </a:ext>
            </a:extLst>
          </p:cNvPr>
          <p:cNvSpPr>
            <a:spLocks noGrp="1"/>
          </p:cNvSpPr>
          <p:nvPr>
            <p:ph type="title"/>
          </p:nvPr>
        </p:nvSpPr>
        <p:spPr/>
        <p:txBody>
          <a:bodyPr>
            <a:normAutofit/>
          </a:bodyPr>
          <a:lstStyle/>
          <a:p>
            <a:r>
              <a:rPr lang="en-US" dirty="0"/>
              <a:t>Title</a:t>
            </a:r>
          </a:p>
        </p:txBody>
      </p:sp>
      <p:sp>
        <p:nvSpPr>
          <p:cNvPr id="2" name="Content Placeholder 1">
            <a:extLst>
              <a:ext uri="{FF2B5EF4-FFF2-40B4-BE49-F238E27FC236}">
                <a16:creationId xmlns:a16="http://schemas.microsoft.com/office/drawing/2014/main" id="{C9565BAE-48A9-8300-4E79-87D77968413B}"/>
              </a:ext>
            </a:extLst>
          </p:cNvPr>
          <p:cNvSpPr>
            <a:spLocks noGrp="1"/>
          </p:cNvSpPr>
          <p:nvPr>
            <p:ph idx="1"/>
          </p:nvPr>
        </p:nvSpPr>
        <p:spPr/>
        <p:txBody>
          <a:bodyPr lIns="0" tIns="0" rIns="0" bIns="0" numCol="2">
            <a:normAutofit/>
          </a:bodyPr>
          <a:lstStyle/>
          <a:p>
            <a:pPr marL="0" indent="0">
              <a:buNone/>
            </a:pPr>
            <a:r>
              <a:rPr lang="en-US" sz="2200" b="1" dirty="0">
                <a:solidFill>
                  <a:schemeClr val="tx1"/>
                </a:solidFill>
              </a:rPr>
              <a:t>C</a:t>
            </a:r>
            <a:r>
              <a:rPr lang="en-IN" sz="2200" b="1" dirty="0" err="1">
                <a:solidFill>
                  <a:schemeClr val="tx1"/>
                </a:solidFill>
              </a:rPr>
              <a:t>ontent</a:t>
            </a:r>
            <a:endParaRPr lang="en-IN" sz="2200" dirty="0"/>
          </a:p>
        </p:txBody>
      </p:sp>
    </p:spTree>
    <p:extLst>
      <p:ext uri="{BB962C8B-B14F-4D97-AF65-F5344CB8AC3E}">
        <p14:creationId xmlns:p14="http://schemas.microsoft.com/office/powerpoint/2010/main" val="28459924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F80C857-4384-387E-D3B0-A675AA2C932C}"/>
              </a:ext>
            </a:extLst>
          </p:cNvPr>
          <p:cNvSpPr>
            <a:spLocks noGrp="1"/>
          </p:cNvSpPr>
          <p:nvPr>
            <p:ph type="title"/>
          </p:nvPr>
        </p:nvSpPr>
        <p:spPr/>
        <p:txBody>
          <a:bodyPr>
            <a:normAutofit/>
          </a:bodyPr>
          <a:lstStyle/>
          <a:p>
            <a:br>
              <a:rPr lang="en-IN" dirty="0"/>
            </a:br>
            <a:r>
              <a:rPr lang="en-IN" dirty="0"/>
              <a:t>Questions ?</a:t>
            </a:r>
          </a:p>
        </p:txBody>
      </p:sp>
    </p:spTree>
    <p:extLst>
      <p:ext uri="{BB962C8B-B14F-4D97-AF65-F5344CB8AC3E}">
        <p14:creationId xmlns:p14="http://schemas.microsoft.com/office/powerpoint/2010/main" val="11738620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01DBBFEC-17D0-1D96-6CDC-0E5B94EF077B}"/>
              </a:ext>
            </a:extLst>
          </p:cNvPr>
          <p:cNvSpPr/>
          <p:nvPr/>
        </p:nvSpPr>
        <p:spPr>
          <a:xfrm>
            <a:off x="0" y="2091872"/>
            <a:ext cx="12192000" cy="17653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600" b="1" dirty="0">
                <a:latin typeface="Calibri" panose="020F0502020204030204" pitchFamily="34" charset="0"/>
              </a:rPr>
              <a:t>Thank You!</a:t>
            </a:r>
            <a:endParaRPr lang="en-IN" sz="6600" b="1" dirty="0">
              <a:latin typeface="Calibri" panose="020F0502020204030204" pitchFamily="34" charset="0"/>
            </a:endParaRPr>
          </a:p>
        </p:txBody>
      </p:sp>
    </p:spTree>
    <p:extLst>
      <p:ext uri="{BB962C8B-B14F-4D97-AF65-F5344CB8AC3E}">
        <p14:creationId xmlns:p14="http://schemas.microsoft.com/office/powerpoint/2010/main" val="2438371579"/>
      </p:ext>
    </p:extLst>
  </p:cSld>
  <p:clrMapOvr>
    <a:masterClrMapping/>
  </p:clrMapOvr>
</p:sld>
</file>

<file path=ppt/theme/theme1.xml><?xml version="1.0" encoding="utf-8"?>
<a:theme xmlns:a="http://schemas.openxmlformats.org/drawingml/2006/main" name="BIA Template">
  <a:themeElements>
    <a:clrScheme name="Custom 4">
      <a:dk1>
        <a:srgbClr val="161A3E"/>
      </a:dk1>
      <a:lt1>
        <a:sysClr val="window" lastClr="FFFFFF"/>
      </a:lt1>
      <a:dk2>
        <a:srgbClr val="44546A"/>
      </a:dk2>
      <a:lt2>
        <a:srgbClr val="E7E6E6"/>
      </a:lt2>
      <a:accent1>
        <a:srgbClr val="4472C4"/>
      </a:accent1>
      <a:accent2>
        <a:srgbClr val="ED7D31"/>
      </a:accent2>
      <a:accent3>
        <a:srgbClr val="44546A"/>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6896</TotalTime>
  <Words>30</Words>
  <Application>Microsoft Office PowerPoint</Application>
  <PresentationFormat>Widescreen</PresentationFormat>
  <Paragraphs>13</Paragraphs>
  <Slides>8</Slides>
  <Notes>1</Notes>
  <HiddenSlides>0</HiddenSlides>
  <MMClips>0</MMClips>
  <ScaleCrop>false</ScaleCrop>
  <HeadingPairs>
    <vt:vector size="4" baseType="variant">
      <vt:variant>
        <vt:lpstr>Theme</vt:lpstr>
      </vt:variant>
      <vt:variant>
        <vt:i4>1</vt:i4>
      </vt:variant>
      <vt:variant>
        <vt:lpstr>Slide Titles</vt:lpstr>
      </vt:variant>
      <vt:variant>
        <vt:i4>8</vt:i4>
      </vt:variant>
    </vt:vector>
  </HeadingPairs>
  <TitlesOfParts>
    <vt:vector size="9" baseType="lpstr">
      <vt:lpstr>BIA Template</vt:lpstr>
      <vt:lpstr>PowerPoint Presentation</vt:lpstr>
      <vt:lpstr>Agenda</vt:lpstr>
      <vt:lpstr>Title</vt:lpstr>
      <vt:lpstr>PowerPoint Presentation</vt:lpstr>
      <vt:lpstr>PowerPoint Presentation</vt:lpstr>
      <vt:lpstr>Title</vt:lpstr>
      <vt:lpstr> Questions ?</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Aayush Shah</dc:creator>
  <cp:lastModifiedBy>Suraj Chopade</cp:lastModifiedBy>
  <cp:revision>2254</cp:revision>
  <dcterms:created xsi:type="dcterms:W3CDTF">2020-12-23T13:36:00Z</dcterms:created>
  <dcterms:modified xsi:type="dcterms:W3CDTF">2026-05-16T07:57:00Z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0B547D39C558497AB25C6414A889D07D</vt:lpwstr>
  </property>
  <property fmtid="{D5CDD505-2E9C-101B-9397-08002B2CF9AE}" pid="3" name="KSOProductBuildVer">
    <vt:lpwstr>1033-11.2.0.11306</vt:lpwstr>
  </property>
</Properties>
</file>